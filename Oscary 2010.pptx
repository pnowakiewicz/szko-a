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yl z motywem 1 — Ak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8660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58256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40318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29465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89192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51417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0024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25386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62702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8003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27263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79362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 cyta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092315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wda lub fał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9739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9271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19452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AC26AF-B6D2-4841-A2CC-895756B72B49}" type="datetimeFigureOut">
              <a:rPr lang="pl-PL" smtClean="0"/>
              <a:t>28.11.2025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92C9393-8E26-47CA-93DA-1E2462230D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77615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6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IbFvqFYRT4?feature=oembed" TargetMode="External"/><Relationship Id="rId6" Type="http://schemas.openxmlformats.org/officeDocument/2006/relationships/image" Target="../media/image2.jpeg"/><Relationship Id="rId5" Type="http://schemas.openxmlformats.org/officeDocument/2006/relationships/slide" Target="slide2.xm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ilmweb.pl/ranking/film/country/53" TargetMode="External"/><Relationship Id="rId5" Type="http://schemas.openxmlformats.org/officeDocument/2006/relationships/hyperlink" Target="https://www.filmweb.pl/person/Mark+Boal-686668" TargetMode="External"/><Relationship Id="rId4" Type="http://schemas.openxmlformats.org/officeDocument/2006/relationships/hyperlink" Target="https://www.filmweb.pl/person/Kathryn+Bigelow-1145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D1CC2F-36D0-ABCD-C950-3031C79BD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Oscary 2010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38164632-0FF0-EDE3-FFE2-68F600D499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Piotr Nowakiewicz</a:t>
            </a:r>
          </a:p>
        </p:txBody>
      </p:sp>
    </p:spTree>
    <p:extLst>
      <p:ext uri="{BB962C8B-B14F-4D97-AF65-F5344CB8AC3E}">
        <p14:creationId xmlns:p14="http://schemas.microsoft.com/office/powerpoint/2010/main" val="1573287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804CC-D78E-AE66-61CC-BEB0B478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Spis Slajdów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2937287-F6AD-EE4D-99FA-9358DF1FE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3188813" cy="374064"/>
          </a:xfrm>
        </p:spPr>
        <p:txBody>
          <a:bodyPr/>
          <a:lstStyle/>
          <a:p>
            <a:r>
              <a:rPr lang="pl-PL" dirty="0">
                <a:hlinkClick r:id="rId2" action="ppaction://hlinksldjump"/>
              </a:rPr>
              <a:t>1. Informacje o Oscarach</a:t>
            </a:r>
          </a:p>
        </p:txBody>
      </p:sp>
      <p:sp>
        <p:nvSpPr>
          <p:cNvPr id="6" name="Symbol zastępczy zawartości 2">
            <a:hlinkClick r:id="rId3" action="ppaction://hlinksldjump"/>
            <a:extLst>
              <a:ext uri="{FF2B5EF4-FFF2-40B4-BE49-F238E27FC236}">
                <a16:creationId xmlns:a16="http://schemas.microsoft.com/office/drawing/2014/main" id="{B12495F6-1748-9F39-0145-761545943929}"/>
              </a:ext>
            </a:extLst>
          </p:cNvPr>
          <p:cNvSpPr txBox="1">
            <a:spLocks/>
          </p:cNvSpPr>
          <p:nvPr/>
        </p:nvSpPr>
        <p:spPr>
          <a:xfrm>
            <a:off x="677334" y="2511218"/>
            <a:ext cx="2964224" cy="374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>
                <a:hlinkClick r:id="rId4" action="ppaction://hlinksldjump"/>
              </a:rPr>
              <a:t>2. Zwycięscy Oscara</a:t>
            </a:r>
            <a:endParaRPr lang="pl-PL" dirty="0">
              <a:hlinkClick r:id="rId2" action="ppaction://hlinksldjump"/>
            </a:endParaRPr>
          </a:p>
        </p:txBody>
      </p:sp>
      <p:sp>
        <p:nvSpPr>
          <p:cNvPr id="7" name="Symbol zastępczy zawartości 2">
            <a:hlinkClick r:id="rId3" action="ppaction://hlinksldjump"/>
            <a:extLst>
              <a:ext uri="{FF2B5EF4-FFF2-40B4-BE49-F238E27FC236}">
                <a16:creationId xmlns:a16="http://schemas.microsoft.com/office/drawing/2014/main" id="{DC1465B2-36F0-A8EB-A402-4C72BDD5259B}"/>
              </a:ext>
            </a:extLst>
          </p:cNvPr>
          <p:cNvSpPr txBox="1">
            <a:spLocks/>
          </p:cNvSpPr>
          <p:nvPr/>
        </p:nvSpPr>
        <p:spPr>
          <a:xfrm>
            <a:off x="677333" y="3112545"/>
            <a:ext cx="3188813" cy="72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>
                <a:hlinkClick r:id="rId3" action="ppaction://hlinksldjump"/>
              </a:rPr>
              <a:t>3. Informacje o najlepszym filmie</a:t>
            </a:r>
            <a:endParaRPr lang="pl-PL" dirty="0">
              <a:hlinkClick r:id="rId2" action="ppaction://hlinksldjump"/>
            </a:endParaRPr>
          </a:p>
        </p:txBody>
      </p:sp>
      <p:sp>
        <p:nvSpPr>
          <p:cNvPr id="8" name="Symbol zastępczy zawartości 2">
            <a:hlinkClick r:id="rId5" action="ppaction://hlinksldjump"/>
            <a:extLst>
              <a:ext uri="{FF2B5EF4-FFF2-40B4-BE49-F238E27FC236}">
                <a16:creationId xmlns:a16="http://schemas.microsoft.com/office/drawing/2014/main" id="{FAE2F0F4-2E5D-7E25-551A-56F2C4322E86}"/>
              </a:ext>
            </a:extLst>
          </p:cNvPr>
          <p:cNvSpPr txBox="1">
            <a:spLocks/>
          </p:cNvSpPr>
          <p:nvPr/>
        </p:nvSpPr>
        <p:spPr>
          <a:xfrm>
            <a:off x="677333" y="4061326"/>
            <a:ext cx="3188813" cy="374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>
                <a:hlinkClick r:id="rId5" action="ppaction://hlinksldjump"/>
              </a:rPr>
              <a:t>Szyguły wydania najlepszego filmu</a:t>
            </a:r>
            <a:endParaRPr lang="pl-PL" dirty="0">
              <a:hlinkClick r:id="rId2" action="ppaction://hlinksldjump"/>
            </a:endParaRPr>
          </a:p>
        </p:txBody>
      </p:sp>
    </p:spTree>
    <p:extLst>
      <p:ext uri="{BB962C8B-B14F-4D97-AF65-F5344CB8AC3E}">
        <p14:creationId xmlns:p14="http://schemas.microsoft.com/office/powerpoint/2010/main" val="265406534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8B9A9A-4FEB-560B-648A-760200B31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Informacje o Oscarach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BFC61A4-6BD7-1AC4-EE36-C47C823FB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60" y="1270000"/>
            <a:ext cx="11707171" cy="3880773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Informacje</a:t>
            </a:r>
            <a:endParaRPr lang="pl-PL" sz="14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Nagrody Akademii Filmowej, znane powszechnie pod nazwą </a:t>
            </a:r>
            <a:r>
              <a:rPr lang="pl-PL" sz="14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Oscary</a:t>
            </a: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zostały stworzone w 1927 roku (pierwsze przyznanie nagród, za rok 1927 i 1928, nastąpiło 16 maja 1929 roku). Od lat są uznawane za najbardziej prestiżową nagrodę filmową. </a:t>
            </a: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Pierwsze </a:t>
            </a:r>
            <a:r>
              <a:rPr lang="pl-PL" sz="14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Oscary</a:t>
            </a: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zostały przyznane w 13 kategoriach. Dziś jest ich 24, między innymi: najlepszy film, reżyseria, aktor, aktorka, zdjęcia, muzyka, scenariusz oryginalny i scenariusz adaptowany. Od 2002 roku ceremonia rozdania nagród odbywa się w hollywoodzkim Kodak </a:t>
            </a:r>
            <a:r>
              <a:rPr lang="pl-PL" sz="14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Theatre</a:t>
            </a: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Początkowo wręczenie nagród Akademii odbywało się na przełomie marca i kwietnia. W 2004 roku galę przesunięto na ostatni tydzień lutego. </a:t>
            </a: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Laureatów </a:t>
            </a:r>
            <a:r>
              <a:rPr lang="pl-PL" sz="14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Oscarów</a:t>
            </a: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wybierają członkowie Amerykańskiej Akademii Filmowej zrzeszającej amerykańskich filmowców różnych profesji (obecnie udział w głosowaniu bierze ok. 6000 osób). Nominacje mogą otrzymać filmy, które w poprzedzającym rozdanie nagród roku kalendarzowym były wyświetlane w jednym z kin Los Angeles. </a:t>
            </a: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Statuetka, o której marzą filmowcy na całym świecie, jest wykonana z brązu i pokryta warstwą 24-karatowego złota. Przedstawia nagiego rycerza trzymającego miecz i stojącego na cokole zwieńczonym rolką taśmy filmowej z pięcioma klatkami. Klatki symbolizują pierwotne branże Akademii: Aktorów, Scenarzystów, Reżyserów, Producentów i Techników. </a:t>
            </a: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Akademicy wielokrotnie byli narażeni na krytykę: zlekceważyli niejeden wybitny film przyznając w zamian nagrodę takiemu, o którym dziś pamiętają jedynie historycy filmu. Mimo tego żadna inna nagroda nie wzbudza tak wielkiego zainteresowania branży filmowej i publiczności na całym świecie.</a:t>
            </a:r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Przyznawane nagrody</a:t>
            </a:r>
            <a:endParaRPr lang="pl-PL" sz="14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Oscar, Oscar Specjalny, Nagroda Specjalna</a:t>
            </a:r>
          </a:p>
          <a:p>
            <a:endParaRPr lang="pl-PL" sz="1400" dirty="0"/>
          </a:p>
        </p:txBody>
      </p:sp>
      <p:sp>
        <p:nvSpPr>
          <p:cNvPr id="4" name="Strzałka: prążkowana w prawo 3">
            <a:hlinkClick r:id="rId2" action="ppaction://hlinksldjump"/>
            <a:extLst>
              <a:ext uri="{FF2B5EF4-FFF2-40B4-BE49-F238E27FC236}">
                <a16:creationId xmlns:a16="http://schemas.microsoft.com/office/drawing/2014/main" id="{7C10F625-B822-87B5-97FB-62655A7BE0E5}"/>
              </a:ext>
            </a:extLst>
          </p:cNvPr>
          <p:cNvSpPr/>
          <p:nvPr/>
        </p:nvSpPr>
        <p:spPr>
          <a:xfrm flipH="1">
            <a:off x="10700083" y="317916"/>
            <a:ext cx="994612" cy="952084"/>
          </a:xfrm>
          <a:prstGeom prst="stripedRightArrow">
            <a:avLst>
              <a:gd name="adj1" fmla="val 47183"/>
              <a:gd name="adj2" fmla="val 711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3763807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8B9A9A-4FEB-560B-648A-760200B31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201" y="609600"/>
            <a:ext cx="8596668" cy="1320800"/>
          </a:xfrm>
        </p:spPr>
        <p:txBody>
          <a:bodyPr/>
          <a:lstStyle/>
          <a:p>
            <a:r>
              <a:rPr lang="pl-PL" dirty="0"/>
              <a:t>Zwycięscy Oscara</a:t>
            </a:r>
            <a:endParaRPr lang="pl-PL" dirty="0">
              <a:hlinkClick r:id="rId3" action="ppaction://hlinksldjump"/>
            </a:endParaRPr>
          </a:p>
        </p:txBody>
      </p:sp>
      <p:pic>
        <p:nvPicPr>
          <p:cNvPr id="6" name="Multimedia online 5" title="The Hurt Locker (2008) Official Trailer - Jeremy Renner, Anthony Mackie Movie HD">
            <a:hlinkClick r:id="" action="ppaction://media"/>
            <a:extLst>
              <a:ext uri="{FF2B5EF4-FFF2-40B4-BE49-F238E27FC236}">
                <a16:creationId xmlns:a16="http://schemas.microsoft.com/office/drawing/2014/main" id="{EA7ABFD7-DA14-245C-393F-AE1D84A79C6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459579" y="4062197"/>
            <a:ext cx="4385201" cy="2477887"/>
          </a:xfrm>
          <a:prstGeom prst="rect">
            <a:avLst/>
          </a:prstGeom>
        </p:spPr>
      </p:pic>
      <p:sp>
        <p:nvSpPr>
          <p:cNvPr id="4" name="Strzałka: prążkowana w prawo 3">
            <a:hlinkClick r:id="rId5" action="ppaction://hlinksldjump"/>
            <a:extLst>
              <a:ext uri="{FF2B5EF4-FFF2-40B4-BE49-F238E27FC236}">
                <a16:creationId xmlns:a16="http://schemas.microsoft.com/office/drawing/2014/main" id="{7C10F625-B822-87B5-97FB-62655A7BE0E5}"/>
              </a:ext>
            </a:extLst>
          </p:cNvPr>
          <p:cNvSpPr/>
          <p:nvPr/>
        </p:nvSpPr>
        <p:spPr>
          <a:xfrm flipH="1">
            <a:off x="10700083" y="317916"/>
            <a:ext cx="994612" cy="952084"/>
          </a:xfrm>
          <a:prstGeom prst="stripedRightArrow">
            <a:avLst>
              <a:gd name="adj1" fmla="val 47183"/>
              <a:gd name="adj2" fmla="val 711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BF200FBF-FEF8-E0AF-8C22-BF2A09DEEB94}"/>
              </a:ext>
            </a:extLst>
          </p:cNvPr>
          <p:cNvSpPr txBox="1"/>
          <p:nvPr/>
        </p:nvSpPr>
        <p:spPr>
          <a:xfrm>
            <a:off x="764201" y="1930400"/>
            <a:ext cx="6583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</a:pPr>
            <a:r>
              <a:rPr lang="pl-PL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Film: The Hurt </a:t>
            </a:r>
            <a:r>
              <a:rPr lang="pl-PL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Locker</a:t>
            </a:r>
            <a:r>
              <a:rPr lang="pl-PL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W pułapce wojny</a:t>
            </a:r>
          </a:p>
          <a:p>
            <a:pPr marL="285750" indent="-285750"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</a:pPr>
            <a:r>
              <a:rPr lang="pl-PL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Aktor: Jeff Bridges (Szalone Serce)</a:t>
            </a:r>
          </a:p>
          <a:p>
            <a:pPr marL="285750" indent="-285750"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</a:pPr>
            <a:r>
              <a:rPr lang="pl-PL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Reżyser: </a:t>
            </a:r>
            <a:r>
              <a:rPr lang="pl-PL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Kathryn</a:t>
            </a:r>
            <a:r>
              <a:rPr lang="pl-PL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Bigelow</a:t>
            </a:r>
            <a:r>
              <a:rPr lang="pl-PL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(The Hurt </a:t>
            </a:r>
            <a:r>
              <a:rPr lang="pl-PL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Locker</a:t>
            </a:r>
            <a:r>
              <a:rPr lang="pl-PL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W pułapce wojny)</a:t>
            </a:r>
            <a:endParaRPr lang="pl-PL" sz="18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Obraz 7" descr="Kathryn Bigelow">
            <a:extLst>
              <a:ext uri="{FF2B5EF4-FFF2-40B4-BE49-F238E27FC236}">
                <a16:creationId xmlns:a16="http://schemas.microsoft.com/office/drawing/2014/main" id="{6727CA5E-CE46-76E6-E8CC-A32EB5097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891" y="4075043"/>
            <a:ext cx="1725529" cy="24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Obraz 8" descr="Jeff Bridges">
            <a:extLst>
              <a:ext uri="{FF2B5EF4-FFF2-40B4-BE49-F238E27FC236}">
                <a16:creationId xmlns:a16="http://schemas.microsoft.com/office/drawing/2014/main" id="{828A2BD0-1AD8-F868-1F39-B4A9E3AC6B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496" y="4075043"/>
            <a:ext cx="2465041" cy="246504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2DF14332-C5CC-9F1A-A9DF-A183901B2D74}"/>
              </a:ext>
            </a:extLst>
          </p:cNvPr>
          <p:cNvSpPr txBox="1"/>
          <p:nvPr/>
        </p:nvSpPr>
        <p:spPr>
          <a:xfrm>
            <a:off x="570496" y="3721768"/>
            <a:ext cx="2465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Jeff Bridges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07CAE47D-7D90-C2DB-1598-EE8EA9C357C1}"/>
              </a:ext>
            </a:extLst>
          </p:cNvPr>
          <p:cNvSpPr txBox="1"/>
          <p:nvPr/>
        </p:nvSpPr>
        <p:spPr>
          <a:xfrm>
            <a:off x="4530890" y="3394477"/>
            <a:ext cx="1725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Kathryn</a:t>
            </a:r>
            <a:r>
              <a:rPr lang="pl-PL" dirty="0"/>
              <a:t> </a:t>
            </a:r>
            <a:r>
              <a:rPr lang="pl-PL" dirty="0" err="1"/>
              <a:t>Bigelow</a:t>
            </a:r>
            <a:endParaRPr lang="pl-PL" dirty="0"/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D49FC574-12F9-97A7-960B-48037EF9FD28}"/>
              </a:ext>
            </a:extLst>
          </p:cNvPr>
          <p:cNvSpPr txBox="1"/>
          <p:nvPr/>
        </p:nvSpPr>
        <p:spPr>
          <a:xfrm>
            <a:off x="7459579" y="3671476"/>
            <a:ext cx="2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Zwiastun Filmu:</a:t>
            </a:r>
          </a:p>
        </p:txBody>
      </p:sp>
    </p:spTree>
    <p:extLst>
      <p:ext uri="{BB962C8B-B14F-4D97-AF65-F5344CB8AC3E}">
        <p14:creationId xmlns:p14="http://schemas.microsoft.com/office/powerpoint/2010/main" val="39287483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8B9A9A-4FEB-560B-648A-760200B31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Informacje o najlepszym filmie</a:t>
            </a:r>
            <a:endParaRPr lang="pl-PL" dirty="0">
              <a:hlinkClick r:id="rId2" action="ppaction://hlinksldjump"/>
            </a:endParaRPr>
          </a:p>
        </p:txBody>
      </p:sp>
      <p:sp>
        <p:nvSpPr>
          <p:cNvPr id="4" name="Strzałka: prążkowana w prawo 3">
            <a:hlinkClick r:id="rId3" action="ppaction://hlinksldjump"/>
            <a:extLst>
              <a:ext uri="{FF2B5EF4-FFF2-40B4-BE49-F238E27FC236}">
                <a16:creationId xmlns:a16="http://schemas.microsoft.com/office/drawing/2014/main" id="{7C10F625-B822-87B5-97FB-62655A7BE0E5}"/>
              </a:ext>
            </a:extLst>
          </p:cNvPr>
          <p:cNvSpPr/>
          <p:nvPr/>
        </p:nvSpPr>
        <p:spPr>
          <a:xfrm flipH="1">
            <a:off x="10700083" y="317916"/>
            <a:ext cx="994612" cy="952084"/>
          </a:xfrm>
          <a:prstGeom prst="stripedRightArrow">
            <a:avLst>
              <a:gd name="adj1" fmla="val 47183"/>
              <a:gd name="adj2" fmla="val 711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E937ACD-5982-8FCE-B96F-F0BDFFAA3A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651713"/>
            <a:ext cx="9914021" cy="28674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50784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Zarys fabuły: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Elitarna jednostka saperów odbywa misję w Iraku. Nigdy nie wiadomo, kto okaże się wrogiem i gdzie ukryta jest kolejna bomba.</a:t>
            </a:r>
            <a:endParaRPr kumimoji="0" lang="pl-PL" altLang="pl-PL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Aptos Display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Opis filmu The Hurt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solidFill>
                  <a:srgbClr val="404040"/>
                </a:solidFill>
                <a:effectLst/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Locker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W pułapce wojny: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Akcja filmu dzieje się w Iraku i opowiada o dokonaniach elitarnej jednostki saperów. Zmuszeni do niebezpiecznej gry w kotka myszkę w zamęcie wojny, łączą swoje siły, gdyż w miejscu, w którym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sie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znajdują każdy człowiek może się okazać potencjalnym wrogiem, a każdy obiekt - śmiertelną bombą.</a:t>
            </a:r>
            <a:endParaRPr kumimoji="0" lang="pl-PL" altLang="pl-PL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l-PL" altLang="pl-P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87509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8B9A9A-4FEB-560B-648A-760200B31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Szegóły</a:t>
            </a:r>
            <a:r>
              <a:rPr lang="pl-PL" dirty="0"/>
              <a:t> wydania najlepszego filmu</a:t>
            </a:r>
            <a:endParaRPr lang="pl-PL" dirty="0">
              <a:hlinkClick r:id="rId2" action="ppaction://hlinksldjump"/>
            </a:endParaRPr>
          </a:p>
        </p:txBody>
      </p:sp>
      <p:sp>
        <p:nvSpPr>
          <p:cNvPr id="4" name="Strzałka: prążkowana w prawo 3">
            <a:hlinkClick r:id="rId3" action="ppaction://hlinksldjump"/>
            <a:extLst>
              <a:ext uri="{FF2B5EF4-FFF2-40B4-BE49-F238E27FC236}">
                <a16:creationId xmlns:a16="http://schemas.microsoft.com/office/drawing/2014/main" id="{7C10F625-B822-87B5-97FB-62655A7BE0E5}"/>
              </a:ext>
            </a:extLst>
          </p:cNvPr>
          <p:cNvSpPr/>
          <p:nvPr/>
        </p:nvSpPr>
        <p:spPr>
          <a:xfrm flipH="1">
            <a:off x="10700083" y="317916"/>
            <a:ext cx="994612" cy="952084"/>
          </a:xfrm>
          <a:prstGeom prst="stripedRightArrow">
            <a:avLst>
              <a:gd name="adj1" fmla="val 47183"/>
              <a:gd name="adj2" fmla="val 711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73EA06EF-3030-AC6B-E02D-12CF061C1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076272"/>
              </p:ext>
            </p:extLst>
          </p:nvPr>
        </p:nvGraphicFramePr>
        <p:xfrm>
          <a:off x="866273" y="1620254"/>
          <a:ext cx="6866021" cy="4346891"/>
        </p:xfrm>
        <a:graphic>
          <a:graphicData uri="http://schemas.openxmlformats.org/drawingml/2006/table">
            <a:tbl>
              <a:tblPr firstRow="1" firstCol="1" bandRow="1"/>
              <a:tblGrid>
                <a:gridCol w="1652338">
                  <a:extLst>
                    <a:ext uri="{9D8B030D-6E8A-4147-A177-3AD203B41FA5}">
                      <a16:colId xmlns:a16="http://schemas.microsoft.com/office/drawing/2014/main" val="319573564"/>
                    </a:ext>
                  </a:extLst>
                </a:gridCol>
                <a:gridCol w="5213683">
                  <a:extLst>
                    <a:ext uri="{9D8B030D-6E8A-4147-A177-3AD203B41FA5}">
                      <a16:colId xmlns:a16="http://schemas.microsoft.com/office/drawing/2014/main" val="1289915290"/>
                    </a:ext>
                  </a:extLst>
                </a:gridCol>
              </a:tblGrid>
              <a:tr h="1102626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Reżyser: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 b="1" u="sng">
                          <a:solidFill>
                            <a:srgbClr val="467886"/>
                          </a:solidFill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  <a:hlinkClick r:id="rId4" tooltip="Kathryn Bigelow"/>
                        </a:rPr>
                        <a:t>Kathryn Bigelow</a:t>
                      </a:r>
                      <a:endParaRPr lang="pl-PL" sz="20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7790589"/>
                  </a:ext>
                </a:extLst>
              </a:tr>
              <a:tr h="1102626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Scernariusz: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 b="1" u="sng">
                          <a:solidFill>
                            <a:srgbClr val="467886"/>
                          </a:solidFill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  <a:hlinkClick r:id="rId5" tooltip="Mark Boal"/>
                        </a:rPr>
                        <a:t>Mark Boal</a:t>
                      </a:r>
                      <a:r>
                        <a:rPr lang="pl-PL" sz="2000" b="1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pl-PL" sz="20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075122"/>
                  </a:ext>
                </a:extLst>
              </a:tr>
              <a:tr h="1039013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Produkacja: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 b="1" u="sng">
                          <a:solidFill>
                            <a:srgbClr val="467886"/>
                          </a:solidFill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  <a:hlinkClick r:id="rId6"/>
                        </a:rPr>
                        <a:t>USA</a:t>
                      </a:r>
                      <a:endParaRPr lang="pl-PL" sz="20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235814"/>
                  </a:ext>
                </a:extLst>
              </a:tr>
              <a:tr h="1102626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Premiera: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600"/>
                        </a:spcAft>
                      </a:pPr>
                      <a:r>
                        <a:rPr lang="pl-PL" sz="2000" b="1" dirty="0">
                          <a:effectLst/>
                          <a:latin typeface="Aptos" panose="020B00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 marca 2010</a:t>
                      </a:r>
                      <a:endParaRPr lang="pl-PL" sz="2000" dirty="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78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4768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seta">
  <a:themeElements>
    <a:clrScheme name="Fas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s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s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</TotalTime>
  <Words>449</Words>
  <Application>Microsoft Office PowerPoint</Application>
  <PresentationFormat>Panoramiczny</PresentationFormat>
  <Paragraphs>34</Paragraphs>
  <Slides>6</Slides>
  <Notes>0</Notes>
  <HiddenSlides>0</HiddenSlides>
  <MMClips>1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Trebuchet MS</vt:lpstr>
      <vt:lpstr>Wingdings</vt:lpstr>
      <vt:lpstr>Wingdings 3</vt:lpstr>
      <vt:lpstr>Faseta</vt:lpstr>
      <vt:lpstr>Oscary 2010</vt:lpstr>
      <vt:lpstr>Spis Slajdów</vt:lpstr>
      <vt:lpstr>Informacje o Oscarach</vt:lpstr>
      <vt:lpstr>Zwycięscy Oscara</vt:lpstr>
      <vt:lpstr>Informacje o najlepszym filmie</vt:lpstr>
      <vt:lpstr>Szegóły wydania najlepszego filmu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Uczen TEB Edukacja</dc:creator>
  <cp:lastModifiedBy>Uczen TEB Edukacja</cp:lastModifiedBy>
  <cp:revision>1</cp:revision>
  <dcterms:created xsi:type="dcterms:W3CDTF">2025-11-28T15:46:44Z</dcterms:created>
  <dcterms:modified xsi:type="dcterms:W3CDTF">2025-11-28T16:12:05Z</dcterms:modified>
</cp:coreProperties>
</file>